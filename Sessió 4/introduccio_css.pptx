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 al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HTML = estructura</a:t>
            </a:r>
          </a:p>
          <a:p>
            <a:r>
              <a:t>• CSS = estil i disseny</a:t>
            </a:r>
          </a:p>
          <a:p/>
          <a:p>
            <a:r>
              <a:t>Aprendrem com funciona i com s'insereix.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Què és el CSS?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CSS dona colors, tipografies, espais i disseny a les pàgines web.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 què usar CSS?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Millor aspecte</a:t>
            </a:r>
          </a:p>
          <a:p>
            <a:r>
              <a:t>• Codi ordenat</a:t>
            </a:r>
          </a:p>
          <a:p>
            <a:r>
              <a:t>• Reutilitzable</a:t>
            </a:r>
          </a:p>
          <a:p>
            <a:r>
              <a:t>• Professional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Tres maneres d'inserir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1) En línia (inline)</a:t>
            </a:r>
          </a:p>
          <a:p>
            <a:r>
              <a:t>2) Incrustat (embedded)</a:t>
            </a:r>
          </a:p>
          <a:p>
            <a:r>
              <a:t>3) Extern (recomanat)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en línia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S'escriu dins de l'etiqueta HTML amb style.</a:t>
            </a:r>
          </a:p>
          <a:p>
            <a:r>
              <a:t>Útil per proves ràpides, però NO recomanat.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incrustat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S'escriu dins de &lt;style&gt; al &lt;head&gt;.</a:t>
            </a:r>
          </a:p>
          <a:p>
            <a:r>
              <a:t>Bo per exercicis petits.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extern (recomanat)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 crea un fitxer style.css separat i es vincula amb &lt;link&gt;.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Parts d'una regla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Selector { propietat: valor;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 index.html i style.css i connecta'ls amb &lt;link&gt;.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